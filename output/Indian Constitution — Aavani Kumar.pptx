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add613d253407a" /><Relationship Type="http://schemas.openxmlformats.org/officeDocument/2006/relationships/extended-properties" Target="/docProps/app.xml" Id="R1021275163344597" /><Relationship Type="http://schemas.openxmlformats.org/officeDocument/2006/relationships/officeDocument" Target="/ppt/presentation.xml" Id="Rdeaed427965440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569ccce8644ace"/>
  </p:sldMasterIdLst>
  <p:notesMasterIdLst>
    <p:notesMasterId xmlns:r="http://schemas.openxmlformats.org/officeDocument/2006/relationships" r:id="R1888b633bde44401"/>
  </p:notesMasterIdLst>
  <p:sldIdLst>
    <p:sldId xmlns:r="http://schemas.openxmlformats.org/officeDocument/2006/relationships" id="256" r:id="Rdfd673997e7640f9"/>
    <p:sldId xmlns:r="http://schemas.openxmlformats.org/officeDocument/2006/relationships" id="257" r:id="Re71611828d334717"/>
    <p:sldId xmlns:r="http://schemas.openxmlformats.org/officeDocument/2006/relationships" id="258" r:id="R62fecbfaa2d240f4"/>
    <p:sldId xmlns:r="http://schemas.openxmlformats.org/officeDocument/2006/relationships" id="259" r:id="R16955df5c60a434c"/>
    <p:sldId xmlns:r="http://schemas.openxmlformats.org/officeDocument/2006/relationships" id="260" r:id="R5dd98137a0d54349"/>
    <p:sldId xmlns:r="http://schemas.openxmlformats.org/officeDocument/2006/relationships" id="261" r:id="R9f4240b7308c4f1e"/>
    <p:sldId xmlns:r="http://schemas.openxmlformats.org/officeDocument/2006/relationships" id="262" r:id="R24e753976d99442c"/>
    <p:sldId xmlns:r="http://schemas.openxmlformats.org/officeDocument/2006/relationships" id="263" r:id="R594c4df555ab4ba7"/>
    <p:sldId xmlns:r="http://schemas.openxmlformats.org/officeDocument/2006/relationships" id="264" r:id="Re5ca178095fe4fb3"/>
    <p:sldId xmlns:r="http://schemas.openxmlformats.org/officeDocument/2006/relationships" id="265" r:id="R4f214d41012f46c2"/>
    <p:sldId xmlns:r="http://schemas.openxmlformats.org/officeDocument/2006/relationships" id="266" r:id="R29808c8dd8b441ef"/>
    <p:sldId xmlns:r="http://schemas.openxmlformats.org/officeDocument/2006/relationships" id="267" r:id="R21b7110feb884d80"/>
    <p:sldId xmlns:r="http://schemas.openxmlformats.org/officeDocument/2006/relationships" id="268" r:id="Rd1a4a90bcc444b01"/>
    <p:sldId xmlns:r="http://schemas.openxmlformats.org/officeDocument/2006/relationships" id="269" r:id="R3b792f0f3bbb465f"/>
    <p:sldId xmlns:r="http://schemas.openxmlformats.org/officeDocument/2006/relationships" id="270" r:id="R28772639a9e34c76"/>
    <p:sldId xmlns:r="http://schemas.openxmlformats.org/officeDocument/2006/relationships" id="271" r:id="R81007793a379423b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56975a370246f7" /><Relationship Type="http://schemas.openxmlformats.org/officeDocument/2006/relationships/slideMaster" Target="/ppt/slideMasters/slideMaster1.xml" Id="R9c569ccce8644ace" /><Relationship Type="http://schemas.openxmlformats.org/officeDocument/2006/relationships/notesMaster" Target="/ppt/notesMasters/notesMaster1.xml" Id="R1888b633bde44401" /><Relationship Type="http://schemas.openxmlformats.org/officeDocument/2006/relationships/presProps" Target="/ppt/presProps.xml" Id="Rccbbcd9379d047a8" /><Relationship Type="http://schemas.openxmlformats.org/officeDocument/2006/relationships/viewProps" Target="/ppt/viewProps.xml" Id="R550042f27ffd4450" /><Relationship Type="http://schemas.openxmlformats.org/officeDocument/2006/relationships/tableStyles" Target="/ppt/tableStyles.xml" Id="Rdc30c4e74ad34935" /><Relationship Type="http://schemas.microsoft.com/office/2018/10/relationships/authors" Target="/ppt/authors.xml" Id="R8effe1737c1c40c2" /><Relationship Type="http://schemas.openxmlformats.org/officeDocument/2006/relationships/slide" Target="/ppt/slides/slide1.xml" Id="Rdfd673997e7640f9" /><Relationship Type="http://schemas.openxmlformats.org/officeDocument/2006/relationships/slide" Target="/ppt/slides/slide2.xml" Id="Re71611828d334717" /><Relationship Type="http://schemas.openxmlformats.org/officeDocument/2006/relationships/slide" Target="/ppt/slides/slide3.xml" Id="R62fecbfaa2d240f4" /><Relationship Type="http://schemas.openxmlformats.org/officeDocument/2006/relationships/slide" Target="/ppt/slides/slide4.xml" Id="R16955df5c60a434c" /><Relationship Type="http://schemas.openxmlformats.org/officeDocument/2006/relationships/slide" Target="/ppt/slides/slide5.xml" Id="R5dd98137a0d54349" /><Relationship Type="http://schemas.openxmlformats.org/officeDocument/2006/relationships/slide" Target="/ppt/slides/slide6.xml" Id="R9f4240b7308c4f1e" /><Relationship Type="http://schemas.openxmlformats.org/officeDocument/2006/relationships/slide" Target="/ppt/slides/slide7.xml" Id="R24e753976d99442c" /><Relationship Type="http://schemas.openxmlformats.org/officeDocument/2006/relationships/slide" Target="/ppt/slides/slide8.xml" Id="R594c4df555ab4ba7" /><Relationship Type="http://schemas.openxmlformats.org/officeDocument/2006/relationships/slide" Target="/ppt/slides/slide9.xml" Id="Re5ca178095fe4fb3" /><Relationship Type="http://schemas.openxmlformats.org/officeDocument/2006/relationships/slide" Target="/ppt/slides/slide10.xml" Id="R4f214d41012f46c2" /><Relationship Type="http://schemas.openxmlformats.org/officeDocument/2006/relationships/slide" Target="/ppt/slides/slide11.xml" Id="R29808c8dd8b441ef" /><Relationship Type="http://schemas.openxmlformats.org/officeDocument/2006/relationships/slide" Target="/ppt/slides/slide12.xml" Id="R21b7110feb884d80" /><Relationship Type="http://schemas.openxmlformats.org/officeDocument/2006/relationships/slide" Target="/ppt/slides/slide13.xml" Id="Rd1a4a90bcc444b01" /><Relationship Type="http://schemas.openxmlformats.org/officeDocument/2006/relationships/slide" Target="/ppt/slides/slide14.xml" Id="R3b792f0f3bbb465f" /><Relationship Type="http://schemas.openxmlformats.org/officeDocument/2006/relationships/slide" Target="/ppt/slides/slide15.xml" Id="R28772639a9e34c76" /><Relationship Type="http://schemas.openxmlformats.org/officeDocument/2006/relationships/slide" Target="/ppt/slides/slide16.xml" Id="R81007793a37942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0e2ac032364d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Custom 167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1e76a7c0a2438c" /><Relationship Type="http://schemas.openxmlformats.org/officeDocument/2006/relationships/notesMaster" Target="/ppt/notesMasters/notesMaster1.xml" Id="R6640d2e76e0b4d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d26ec5cbbf4fac" /><Relationship Type="http://schemas.openxmlformats.org/officeDocument/2006/relationships/notesMaster" Target="/ppt/notesMasters/notesMaster1.xml" Id="R25d2be2075a242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8b3f4afc7a43a9" /><Relationship Type="http://schemas.openxmlformats.org/officeDocument/2006/relationships/notesMaster" Target="/ppt/notesMasters/notesMaster1.xml" Id="Rdc83ee6957fb48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920cf0c6de48e6" /><Relationship Type="http://schemas.openxmlformats.org/officeDocument/2006/relationships/notesMaster" Target="/ppt/notesMasters/notesMaster1.xml" Id="R054cdfa0dd304d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970c5b6bef4e0b" /><Relationship Type="http://schemas.openxmlformats.org/officeDocument/2006/relationships/notesMaster" Target="/ppt/notesMasters/notesMaster1.xml" Id="R09fc322f860b4c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73900593a5492b" /><Relationship Type="http://schemas.openxmlformats.org/officeDocument/2006/relationships/notesMaster" Target="/ppt/notesMasters/notesMaster1.xml" Id="Re4f29bdcbb714e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4200fd0c734505" /><Relationship Type="http://schemas.openxmlformats.org/officeDocument/2006/relationships/notesMaster" Target="/ppt/notesMasters/notesMaster1.xml" Id="R9da9021b31ef4e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597e4c84ad4ced" /><Relationship Type="http://schemas.openxmlformats.org/officeDocument/2006/relationships/notesMaster" Target="/ppt/notesMasters/notesMaster1.xml" Id="R889feb5a15c14e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2f9c7ca5a14c42" /><Relationship Type="http://schemas.openxmlformats.org/officeDocument/2006/relationships/notesMaster" Target="/ppt/notesMasters/notesMaster1.xml" Id="R4ebbfa55dcb345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6cdd57f5f44b44" /><Relationship Type="http://schemas.openxmlformats.org/officeDocument/2006/relationships/notesMaster" Target="/ppt/notesMasters/notesMaster1.xml" Id="R472f9fc1f7774b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98557bf047412c" /><Relationship Type="http://schemas.openxmlformats.org/officeDocument/2006/relationships/notesMaster" Target="/ppt/notesMasters/notesMaster1.xml" Id="R653bffcde57b4d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ae139a981546e2" /><Relationship Type="http://schemas.openxmlformats.org/officeDocument/2006/relationships/notesMaster" Target="/ppt/notesMasters/notesMaster1.xml" Id="Rf9ab7a58a8f941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2ea4ae5d5746c2" /><Relationship Type="http://schemas.openxmlformats.org/officeDocument/2006/relationships/notesMaster" Target="/ppt/notesMasters/notesMaster1.xml" Id="R8632de47850c44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6466a903954238" /><Relationship Type="http://schemas.openxmlformats.org/officeDocument/2006/relationships/notesMaster" Target="/ppt/notesMasters/notesMaster1.xml" Id="Rb4222b048ef64e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d6dff74a404767" /><Relationship Type="http://schemas.openxmlformats.org/officeDocument/2006/relationships/notesMaster" Target="/ppt/notesMasters/notesMaster1.xml" Id="R164a4a09837e406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d0ce36e1a84483" /><Relationship Type="http://schemas.openxmlformats.org/officeDocument/2006/relationships/notesMaster" Target="/ppt/notesMasters/notesMaster1.xml" Id="R497cc501c51e46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https://www.constitutionofindia.net/debates/04-nov-1948/</a:t>
            </a:r>
          </a:p>
          <a:p xmlns:a="http://schemas.openxmlformats.org/drawingml/2006/main">
            <a:r>
              <a:t>https://eparlib.sansad.in/bitstream/123456789/763285/1/cad_25-11-1949.pdf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https://www.constitutionofindia.net/debates/04-nov-1948/</a:t>
            </a:r>
          </a:p>
          <a:p xmlns:a="http://schemas.openxmlformats.org/drawingml/2006/main">
            <a:r>
              <a:t>https://eparlib.sansad.in/bitstream/123456789/763285/1/cad_25-11-1949.pdf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https://www.constitutionofindia.net/debates/04-nov-1948/</a:t>
            </a:r>
          </a:p>
          <a:p xmlns:a="http://schemas.openxmlformats.org/drawingml/2006/main">
            <a:r>
              <a:t>https://eparlib.sansad.in/bitstream/123456789/763285/1/cad_25-11-1949.pdf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https://www.constitutionofindia.net/debates/04-nov-1948/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https://www.constitutionofindia.net/debates/04-nov-1948/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https://www.constitutionofindia.net/debates/04-nov-1948/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https://www.constitutionofindia.net/debates/04-nov-1948/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https://www.constitutionofindia.net/debates/04-nov-1948/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https://www.constitutionofindia.net/debates/04-nov-1948/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https://www.constitutionofindia.net/debates/04-nov-1948/</a:t>
            </a:r>
          </a:p>
          <a:p xmlns:a="http://schemas.openxmlformats.org/drawingml/2006/main">
            <a:r>
              <a:t>https://eparlib.sansad.in/bitstream/123456789/763285/1/cad_25-11-1949.pdf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https://eparlib.sansad.in/bitstream/123456789/763285/1/cad_25-11-1949.pdf</a:t>
            </a:r>
          </a:p>
          <a:p xmlns:a="http://schemas.openxmlformats.org/drawingml/2006/main">
            <a:r>
              <a:t>Argument headings and page references: user-supplied Minimalist light sales pitch.pptx, slide 10. Page numbers reproduce that deck’s reading references. The reading edition is not identified.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https://eparlib.sansad.in/bitstream/123456789/763285/1/cad_25-11-1949.pdf</a:t>
            </a:r>
          </a:p>
          <a:p xmlns:a="http://schemas.openxmlformats.org/drawingml/2006/main">
            <a:r>
              <a:t>Argument headings and page references: user-supplied Minimalist light sales pitch.pptx, slide 10. Page numbers reproduce that deck’s reading references. The reading edition is not identified.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https://eparlib.sansad.in/bitstream/123456789/763285/1/cad_25-11-1949.pdf</a:t>
            </a:r>
          </a:p>
          <a:p xmlns:a="http://schemas.openxmlformats.org/drawingml/2006/main">
            <a:r>
              <a:t>Argument headings and page references: user-supplied Minimalist light sales pitch.pptx, slide 10. Page numbers reproduce that deck’s reading references. The reading edition is not identified.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https://eparlib.sansad.in/bitstream/123456789/763285/1/cad_25-11-1949.pdf</a:t>
            </a:r>
          </a:p>
          <a:p xmlns:a="http://schemas.openxmlformats.org/drawingml/2006/main">
            <a:r>
              <a:t>Argument headings and page references: user-supplied Minimalist light sales pitch.pptx, slide 10. Page numbers reproduce that deck’s reading references. The reading edition is not identified.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https://www.constitutionofindia.net/debates/04-nov-1948/</a:t>
            </a:r>
          </a:p>
          <a:p xmlns:a="http://schemas.openxmlformats.org/drawingml/2006/main">
            <a:r>
              <a:t>https://eparlib.sansad.in/bitstream/123456789/763285/1/cad_25-11-1949.pdf</a:t>
            </a:r>
          </a:p>
          <a:p xmlns:a="http://schemas.openxmlformats.org/drawingml/2006/main">
            <a:r>
              <a:t>Analysis synthesises the two speeches.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https://www.constitutionofindia.net/debates/04-nov-1948/</a:t>
            </a:r>
          </a:p>
          <a:p xmlns:a="http://schemas.openxmlformats.org/drawingml/2006/main">
            <a:r>
              <a:t>https://eparlib.sansad.in/bitstream/123456789/763285/1/cad_25-11-1949.pdf</a:t>
            </a:r>
          </a:p>
          <a:p xmlns:a="http://schemas.openxmlformats.org/drawingml/2006/main">
            <a:r>
              <a:t>Conclusion synthesises the two speeches.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168f9aceaf434f" /><Relationship Type="http://schemas.openxmlformats.org/officeDocument/2006/relationships/image" Target="/ppt/media/image.png" Id="R631b4952c9c44e98" /><Relationship Type="http://schemas.openxmlformats.org/officeDocument/2006/relationships/image" Target="/ppt/media/image.svg" Id="R2397323e579145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cb79e40ef4ff0" /><Relationship Type="http://schemas.openxmlformats.org/officeDocument/2006/relationships/image" Target="/ppt/media/image2.png" Id="R4463a5612b20462f" /><Relationship Type="http://schemas.openxmlformats.org/officeDocument/2006/relationships/image" Target="/ppt/media/image2.svg" Id="R7d0bd8876b6144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38b6249104d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972418e7c4125" /><Relationship Type="http://schemas.openxmlformats.org/officeDocument/2006/relationships/image" Target="/ppt/media/image3.png" Id="R600ea83922cd4e1a" /><Relationship Type="http://schemas.openxmlformats.org/officeDocument/2006/relationships/image" Target="/ppt/media/image3.svg" Id="Ra295f1b3e11a4ecb" /><Relationship Type="http://schemas.openxmlformats.org/officeDocument/2006/relationships/image" Target="/ppt/media/image4.png" Id="R6ec1015d5461470b" /><Relationship Type="http://schemas.openxmlformats.org/officeDocument/2006/relationships/image" Target="/ppt/media/image4.svg" Id="Rc4555fc513fd46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8dda941614032" /><Relationship Type="http://schemas.openxmlformats.org/officeDocument/2006/relationships/image" Target="/ppt/media/image5.png" Id="R0728edd30b7b4908" /><Relationship Type="http://schemas.openxmlformats.org/officeDocument/2006/relationships/image" Target="/ppt/media/image5.svg" Id="R781bb929a57c41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650269585c471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6aee9619e42c5" /><Relationship Type="http://schemas.openxmlformats.org/officeDocument/2006/relationships/image" Target="/ppt/media/image6.png" Id="R033e40a648d4464f" /><Relationship Type="http://schemas.openxmlformats.org/officeDocument/2006/relationships/image" Target="/ppt/media/image6.svg" Id="Ra7ed542f1fec482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464f02325c4287" /><Relationship Type="http://schemas.openxmlformats.org/officeDocument/2006/relationships/image" Target="/ppt/media/image7.png" Id="R5916a319f66749e7" /><Relationship Type="http://schemas.openxmlformats.org/officeDocument/2006/relationships/image" Target="/ppt/media/image7.svg" Id="R99d25bbffba344b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16ee22218423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45e07cb964ab1" /><Relationship Type="http://schemas.openxmlformats.org/officeDocument/2006/relationships/image" Target="/ppt/media/image8.png" Id="Rb8fffe55c7fb40d0" /><Relationship Type="http://schemas.openxmlformats.org/officeDocument/2006/relationships/image" Target="/ppt/media/image8.svg" Id="R0a3d888df0e9488e" /><Relationship Type="http://schemas.openxmlformats.org/officeDocument/2006/relationships/image" Target="/ppt/media/image9.png" Id="R8ca355fe2ef74396" /><Relationship Type="http://schemas.openxmlformats.org/officeDocument/2006/relationships/image" Target="/ppt/media/image9.svg" Id="Re808d24397c14c23" /><Relationship Type="http://schemas.openxmlformats.org/officeDocument/2006/relationships/image" Target="/ppt/media/image10.png" Id="R437e8b3fb3854943" /><Relationship Type="http://schemas.openxmlformats.org/officeDocument/2006/relationships/image" Target="/ppt/media/image10.svg" Id="R91e9decf9e424b1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a3320daf8425a" /><Relationship Type="http://schemas.openxmlformats.org/officeDocument/2006/relationships/image" Target="/ppt/media/image11.png" Id="R7022951da8584243" /><Relationship Type="http://schemas.openxmlformats.org/officeDocument/2006/relationships/image" Target="/ppt/media/image11.svg" Id="R237d4ac68b704e4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80058e49c487b" /><Relationship Type="http://schemas.openxmlformats.org/officeDocument/2006/relationships/image" Target="/ppt/media/image12.png" Id="Rbcd75d8ca1434990" /><Relationship Type="http://schemas.openxmlformats.org/officeDocument/2006/relationships/image" Target="/ppt/media/image12.svg" Id="R079f97b7bf7942e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046558be346b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a052e3b684b4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13c2728094485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f0c6c96dc4b69" /><Relationship Type="http://schemas.openxmlformats.org/officeDocument/2006/relationships/image" Target="/ppt/media/image3.png" Id="R6ed240e0e0734cc1" /><Relationship Type="http://schemas.openxmlformats.org/officeDocument/2006/relationships/image" Target="/ppt/media/image3.svg" Id="R06d4f5d20e3440fc" /><Relationship Type="http://schemas.openxmlformats.org/officeDocument/2006/relationships/image" Target="/ppt/media/image4.png" Id="R4c55024da900488d" /><Relationship Type="http://schemas.openxmlformats.org/officeDocument/2006/relationships/image" Target="/ppt/media/image4.svg" Id="R6950b3c642a54dc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d74d10269403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99e8ca03e4ab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7b5b722e3447d" /><Relationship Type="http://schemas.openxmlformats.org/officeDocument/2006/relationships/image" Target="/ppt/media/image13.png" Id="Rb5ff8192027e45a5" /><Relationship Type="http://schemas.openxmlformats.org/officeDocument/2006/relationships/image" Target="/ppt/media/image13.svg" Id="R52b5bea195d04541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416040" y="4434840"/>
            <a:ext cx="4941771" cy="11222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16041" y="5586890"/>
            <a:ext cx="4941770" cy="39666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pic>
        <p:nvPicPr>
          <p:cNvPr id="7" name="Graphic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1b4952c9c44e98">
            <a:extLst>
              <a:ext uri="{96DAC541-7B7A-43D3-8B79-37D633B846F1}">
                <asvg:svgBlip xmlns:asvg="http://schemas.microsoft.com/office/drawing/2016/SVG/main" r:embed="R2397323e579145c5"/>
              </a:ext>
            </a:extLst>
          </a:blip>
          <a:srcRect xmlns:a="http://schemas.openxmlformats.org/drawingml/2006/main" l="9358" t="23650" r="0" b="-1"/>
          <a:stretch xmlns:a="http://schemas.openxmlformats.org/drawingml/2006/main"/>
        </p:blipFill>
        <p:spPr>
          <a:xfrm xmlns:a="http://schemas.openxmlformats.org/drawingml/2006/main">
            <a:off x="0" y="0"/>
            <a:ext cx="9488312" cy="505432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Agenda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Graphic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63a5612b20462f">
            <a:extLst>
              <a:ext uri="{96DAC541-7B7A-43D3-8B79-37D633B846F1}">
                <asvg:svgBlip xmlns:asvg="http://schemas.microsoft.com/office/drawing/2016/SVG/main" r:embed="R7d0bd8876b6144b2"/>
              </a:ext>
            </a:extLst>
          </a:blip>
          <a:srcRect xmlns:a="http://schemas.openxmlformats.org/drawingml/2006/main" l="0" t="18301" r="28341" b="23071"/>
          <a:stretch xmlns:a="http://schemas.openxmlformats.org/drawingml/2006/main"/>
        </p:blipFill>
        <p:spPr>
          <a:xfrm xmlns:a="http://schemas.openxmlformats.org/drawingml/2006/main">
            <a:off x="5488815" y="0"/>
            <a:ext cx="670318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333499" y="1020445"/>
            <a:ext cx="3171825" cy="1325563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33499" y="2924175"/>
            <a:ext cx="3171825" cy="25193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333500" y="6356350"/>
            <a:ext cx="985157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669886" y="6356349"/>
            <a:ext cx="2482842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536305" y="6356350"/>
            <a:ext cx="987552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melin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raphic 10">
            <a:extLst xmlns:a="http://schemas.openxmlformats.org/drawingml/2006/main">
              <a:ext uri="{FF2B5EF4-FFF2-40B4-BE49-F238E27FC236}">
                <a16:creationId xmlns:a16="http://schemas.microsoft.com/office/drawing/2014/main" id="{9D2AF524-D4B4-4A3A-9CE4-EDAFE1D5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884" y="0"/>
            <a:ext cx="10078116" cy="6858000"/>
          </a:xfrm>
          <a:custGeom xmlns:a="http://schemas.openxmlformats.org/drawingml/2006/main"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5509419"/>
            <a:ext cx="4082142" cy="5857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TITLE</a:t>
            </a:r>
          </a:p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48318" y="1481138"/>
            <a:ext cx="2141764" cy="5143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14375" y="2557463"/>
            <a:ext cx="2141764" cy="5143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8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320800" y="3633788"/>
            <a:ext cx="2141764" cy="5143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9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905000" y="4710114"/>
            <a:ext cx="2141764" cy="5143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4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401535" y="1594478"/>
            <a:ext cx="5539095" cy="1010842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</a:t>
            </a:r>
          </a:p>
        </p:txBody>
      </p:sp>
      <p:sp>
        <p:nvSpPr>
          <p:cNvPr id="35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986028" y="2682564"/>
            <a:ext cx="5539095" cy="1010842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</a:t>
            </a:r>
          </a:p>
        </p:txBody>
      </p:sp>
      <p:sp>
        <p:nvSpPr>
          <p:cNvPr id="3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5576937" y="3755394"/>
            <a:ext cx="5539095" cy="1010842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</a:t>
            </a:r>
          </a:p>
        </p:txBody>
      </p:sp>
      <p:sp>
        <p:nvSpPr>
          <p:cNvPr id="37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175279" y="4824430"/>
            <a:ext cx="5539095" cy="1010842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FA88C4E3-B24A-4A4F-B7FC-16FB9D28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515" y="5023933"/>
            <a:ext cx="1513211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5"/>
          </a:lnRef>
          <a:fillRef xmlns:a="http://schemas.openxmlformats.org/drawingml/2006/main" idx="0">
            <a:schemeClr val="accent5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6B17ADEA-6C7D-4B58-A048-8ED8496C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917" y="3948451"/>
            <a:ext cx="1513211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5"/>
          </a:lnRef>
          <a:fillRef xmlns:a="http://schemas.openxmlformats.org/drawingml/2006/main" idx="0">
            <a:schemeClr val="accent5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407BF1F3-6D66-414F-8024-1BAF2C5C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453" y="2872686"/>
            <a:ext cx="1513211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5"/>
          </a:lnRef>
          <a:fillRef xmlns:a="http://schemas.openxmlformats.org/drawingml/2006/main" idx="0">
            <a:schemeClr val="accent5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EEBA1978-4769-40A3-997A-A98B834D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263" y="1796083"/>
            <a:ext cx="1513211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5"/>
          </a:lnRef>
          <a:fillRef xmlns:a="http://schemas.openxmlformats.org/drawingml/2006/main" idx="0">
            <a:schemeClr val="accent5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155823" y="6356350"/>
            <a:ext cx="1808712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900"/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810874" y="6356350"/>
            <a:ext cx="542925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Content 3 Column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 1">
            <a:extLst xmlns:a="http://schemas.openxmlformats.org/drawingml/2006/main"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885156" y="892177"/>
            <a:ext cx="8421688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2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5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485900" y="2563123"/>
            <a:ext cx="4031945" cy="3651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17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485664" y="3070348"/>
            <a:ext cx="4031030" cy="105730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1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6673004" y="2563123"/>
            <a:ext cx="4031945" cy="3651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CLICK TO ADD SUBTITLE</a:t>
            </a:r>
          </a:p>
        </p:txBody>
      </p:sp>
      <p:sp>
        <p:nvSpPr>
          <p:cNvPr id="3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673143" y="3070348"/>
            <a:ext cx="4031030" cy="105730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3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1485899" y="4319431"/>
            <a:ext cx="4031945" cy="3651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CLICK TO ADD SUBTITLE</a:t>
            </a:r>
          </a:p>
        </p:txBody>
      </p:sp>
      <p:sp>
        <p:nvSpPr>
          <p:cNvPr id="34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486412" y="4826656"/>
            <a:ext cx="4031030" cy="105730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2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6672630" y="4319431"/>
            <a:ext cx="4031945" cy="3651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CLICK TO ADD SUBTITLE</a:t>
            </a:r>
          </a:p>
        </p:txBody>
      </p:sp>
      <p:sp>
        <p:nvSpPr>
          <p:cNvPr id="13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6673143" y="4826656"/>
            <a:ext cx="4031030" cy="105730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20XX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Deck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BD9E8FB1-4BD2-472D-B024-5558A2C0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388" y="0"/>
            <a:ext cx="3503612" cy="2352957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067D8604-DDB8-40B3-8A42-E6B10B0B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943" y="0"/>
            <a:ext cx="2471057" cy="2699032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1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ea83922cd4e1a">
            <a:extLst>
              <a:ext uri="{96DAC541-7B7A-43D3-8B79-37D633B846F1}">
                <asvg:svgBlip xmlns:asvg="http://schemas.microsoft.com/office/drawing/2016/SVG/main" r:embed="Ra295f1b3e11a4e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3953"/>
            <a:ext cx="2057400" cy="1647825"/>
          </a:xfrm>
          <a:prstGeom xmlns:a="http://schemas.openxmlformats.org/drawingml/2006/main" prst="rect">
            <a:avLst/>
          </a:prstGeom>
        </p:spPr>
      </p:pic>
      <p:pic>
        <p:nvPicPr>
          <p:cNvPr id="52" name="Graphic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1015d5461470b">
            <a:extLst>
              <a:ext uri="{96DAC541-7B7A-43D3-8B79-37D633B846F1}">
                <asvg:svgBlip xmlns:asvg="http://schemas.microsoft.com/office/drawing/2016/SVG/main" r:embed="Rc4555fc513fd46d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49000" y="5180889"/>
            <a:ext cx="1143000" cy="9144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preserve="1" userDrawn="1">
  <p:cSld name="Content 2 Column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 1">
            <a:extLst xmlns:a="http://schemas.openxmlformats.org/drawingml/2006/main"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08760" y="4156405"/>
            <a:ext cx="3139440" cy="1325563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5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922254" y="1530635"/>
            <a:ext cx="5433204" cy="3651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17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921828" y="1860060"/>
            <a:ext cx="5431971" cy="5579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5922254" y="2630431"/>
            <a:ext cx="5433204" cy="3651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18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5921828" y="2959856"/>
            <a:ext cx="5431971" cy="5579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9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5922254" y="3730227"/>
            <a:ext cx="5433204" cy="3651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20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921828" y="4059652"/>
            <a:ext cx="5431971" cy="5579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3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5920106" y="4830024"/>
            <a:ext cx="5433204" cy="3651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24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5919680" y="5159449"/>
            <a:ext cx="5431971" cy="5579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>
          <a:xfrm xmlns:a="http://schemas.openxmlformats.org/drawingml/2006/main">
            <a:off x="5919680" y="6356350"/>
            <a:ext cx="947516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>
          <a:xfrm xmlns:a="http://schemas.openxmlformats.org/drawingml/2006/main">
            <a:off x="7161955" y="6356350"/>
            <a:ext cx="3243942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>
          <a:xfrm xmlns:a="http://schemas.openxmlformats.org/drawingml/2006/main">
            <a:off x="10700656" y="6356350"/>
            <a:ext cx="653143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  <p:pic>
        <p:nvPicPr>
          <p:cNvPr id="38" name="Graphic 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28edd30b7b4908">
            <a:extLst>
              <a:ext uri="{96DAC541-7B7A-43D3-8B79-37D633B846F1}">
                <asvg:svgBlip xmlns:asvg="http://schemas.microsoft.com/office/drawing/2016/SVG/main" r:embed="R781bb929a57c4129"/>
              </a:ext>
            </a:extLst>
          </a:blip>
          <a:srcRect xmlns:a="http://schemas.openxmlformats.org/drawingml/2006/main" l="39434" t="20278" r="0" b="22673"/>
          <a:stretch xmlns:a="http://schemas.openxmlformats.org/drawingml/2006/main"/>
        </p:blipFill>
        <p:spPr>
          <a:xfrm xmlns:a="http://schemas.openxmlformats.org/drawingml/2006/main">
            <a:off x="-4696" y="-1"/>
            <a:ext cx="4896735" cy="438594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secHead" preserve="1">
  <p:cSld name="Introduction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362075" y="1671639"/>
            <a:ext cx="5111750" cy="1204912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362075" y="3660774"/>
            <a:ext cx="5111750" cy="1525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1136954A-593F-4E84-8D80-BC5BAF7A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97012"/>
            <a:ext cx="3095625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0F01D1D8-9DB8-4FBC-A8D5-2786DB57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53250" y="-25401"/>
            <a:ext cx="3790950" cy="6902451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10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224463" y="6356350"/>
            <a:ext cx="1743075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11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Section Break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991350" y="2571235"/>
            <a:ext cx="4179570" cy="1715531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l">
              <a:buNone/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pic>
        <p:nvPicPr>
          <p:cNvPr id="5" name="Graphic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e40a648d4464f">
            <a:extLst>
              <a:ext uri="{96DAC541-7B7A-43D3-8B79-37D633B846F1}">
                <asvg:svgBlip xmlns:asvg="http://schemas.microsoft.com/office/drawing/2016/SVG/main" r:embed="Ra7ed542f1fec482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28675"/>
            <a:ext cx="5876925" cy="520065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6a319f66749e7">
            <a:extLst>
              <a:ext uri="{96DAC541-7B7A-43D3-8B79-37D633B846F1}">
                <asvg:svgBlip xmlns:asvg="http://schemas.microsoft.com/office/drawing/2016/SVG/main" r:embed="R99d25bbffba344b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5816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920169" y="1152771"/>
            <a:ext cx="5431971" cy="846301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EEF1C168-537C-471F-8248-F6BAB80B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09800" y="0"/>
            <a:ext cx="2438400" cy="685800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922254" y="2469515"/>
            <a:ext cx="5433204" cy="3651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1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921828" y="2798940"/>
            <a:ext cx="5431971" cy="5579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3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5922254" y="3569311"/>
            <a:ext cx="5433204" cy="3651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14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5921828" y="3898736"/>
            <a:ext cx="5431971" cy="5579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5922254" y="4669107"/>
            <a:ext cx="5433204" cy="3651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1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921828" y="4998532"/>
            <a:ext cx="5431971" cy="5579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7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>
          <a:xfrm xmlns:a="http://schemas.openxmlformats.org/drawingml/2006/main">
            <a:off x="5919680" y="6356350"/>
            <a:ext cx="947516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18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>
          <a:xfrm xmlns:a="http://schemas.openxmlformats.org/drawingml/2006/main">
            <a:off x="7161955" y="6356350"/>
            <a:ext cx="3243942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19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>
          <a:xfrm xmlns:a="http://schemas.openxmlformats.org/drawingml/2006/main">
            <a:off x="10700656" y="6356350"/>
            <a:ext cx="653143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>
  <p:cSld name="Three Conten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885156" y="892177"/>
            <a:ext cx="8421688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43104" y="2776936"/>
            <a:ext cx="2882475" cy="82391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0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243104" y="3834606"/>
            <a:ext cx="2882475" cy="199786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4647665" y="2776936"/>
            <a:ext cx="2896671" cy="82391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0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CLICK TO EDIT MASTER TEXT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7665" y="3834606"/>
            <a:ext cx="2896671" cy="199786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8066421" y="2776936"/>
            <a:ext cx="2882475" cy="82391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0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</a:t>
            </a:r>
          </a:p>
        </p:txBody>
      </p:sp>
      <p:sp>
        <p:nvSpPr>
          <p:cNvPr id="22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66421" y="3834606"/>
            <a:ext cx="2882475" cy="199786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  <p:sp>
        <p:nvSpPr>
          <p:cNvPr id="16" name="Straight Connector 15">
            <a:extLst xmlns:a="http://schemas.openxmlformats.org/drawingml/2006/main">
              <a:ext uri="{FF2B5EF4-FFF2-40B4-BE49-F238E27FC236}">
                <a16:creationId xmlns:a16="http://schemas.microsoft.com/office/drawing/2014/main" id="{7E1B5307-E3BF-4A67-9EBF-7BE92336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0"/>
            <a:ext cx="1238250" cy="3105150"/>
          </a:xfrm>
          <a:prstGeom xmlns:a="http://schemas.openxmlformats.org/drawingml/2006/main" prst="line">
            <a:avLst/>
          </a:prstGeom>
          <a:ln xmlns:a="http://schemas.openxmlformats.org/drawingml/2006/main" w="3175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0B116767-4F5B-40E2-95A9-A3026E94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0"/>
            <a:ext cx="2238376" cy="247650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10.xml><?xml version="1.0" encoding="utf-8"?>
<p:sldLayout xmlns:p="http://schemas.openxmlformats.org/presentationml/2006/main" preserve="1" userDrawn="1">
  <p:cSld name="Market comparison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885156" y="892177"/>
            <a:ext cx="8421688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063855" y="3064615"/>
            <a:ext cx="1240971" cy="823912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40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#</a:t>
            </a:r>
          </a:p>
        </p:txBody>
      </p:sp>
      <p:sp>
        <p:nvSpPr>
          <p:cNvPr id="2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475514" y="3064615"/>
            <a:ext cx="1240971" cy="823912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40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#</a:t>
            </a:r>
          </a:p>
        </p:txBody>
      </p:sp>
      <p:sp>
        <p:nvSpPr>
          <p:cNvPr id="2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8887174" y="3064615"/>
            <a:ext cx="1240971" cy="823912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40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#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129698" y="4824188"/>
            <a:ext cx="3124093" cy="46292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526261" y="4824188"/>
            <a:ext cx="3139479" cy="4629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2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938210" y="4824188"/>
            <a:ext cx="3124093" cy="46292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38" name="Graphic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ffe55c7fb40d0">
            <a:extLst>
              <a:ext uri="{96DAC541-7B7A-43D3-8B79-37D633B846F1}">
                <asvg:svgBlip xmlns:asvg="http://schemas.microsoft.com/office/drawing/2016/SVG/main" r:embed="R0a3d888df0e948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5141" y="2358007"/>
            <a:ext cx="2438400" cy="2019300"/>
          </a:xfrm>
          <a:prstGeom xmlns:a="http://schemas.openxmlformats.org/drawingml/2006/main" prst="rect">
            <a:avLst/>
          </a:prstGeom>
        </p:spPr>
      </p:pic>
      <p:pic>
        <p:nvPicPr>
          <p:cNvPr id="39" name="Graphic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355fe2ef74396">
            <a:extLst>
              <a:ext uri="{96DAC541-7B7A-43D3-8B79-37D633B846F1}">
                <asvg:svgBlip xmlns:asvg="http://schemas.microsoft.com/office/drawing/2016/SVG/main" r:embed="Re808d24397c14c2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00625" y="2531837"/>
            <a:ext cx="2190750" cy="1943100"/>
          </a:xfrm>
          <a:prstGeom xmlns:a="http://schemas.openxmlformats.org/drawingml/2006/main" prst="rect">
            <a:avLst/>
          </a:prstGeom>
        </p:spPr>
      </p:pic>
      <p:pic>
        <p:nvPicPr>
          <p:cNvPr id="40" name="Graphic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e8b3fb3854943">
            <a:extLst>
              <a:ext uri="{96DAC541-7B7A-43D3-8B79-37D633B846F1}">
                <asvg:svgBlip xmlns:asvg="http://schemas.microsoft.com/office/drawing/2016/SVG/main" r:embed="R91e9decf9e424b1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5608" y="2421056"/>
            <a:ext cx="2324100" cy="2057400"/>
          </a:xfrm>
          <a:prstGeom xmlns:a="http://schemas.openxmlformats.org/drawingml/2006/main" prst="rect">
            <a:avLst/>
          </a:prstGeom>
        </p:spPr>
      </p:pic>
      <p:sp>
        <p:nvSpPr>
          <p:cNvPr id="2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1129698" y="5280763"/>
            <a:ext cx="3124093" cy="4629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526261" y="5280763"/>
            <a:ext cx="3139479" cy="4629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</p:txBody>
      </p:sp>
      <p:sp>
        <p:nvSpPr>
          <p:cNvPr id="27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7938210" y="5280763"/>
            <a:ext cx="3124093" cy="4629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twoTxTwoObj" preserve="1">
  <p:cSld name="Two Content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933700" y="892177"/>
            <a:ext cx="8421688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933700" y="2776936"/>
            <a:ext cx="3924300" cy="82391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933700" y="3834606"/>
            <a:ext cx="3924300" cy="199786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7410173" y="2776936"/>
            <a:ext cx="3943627" cy="82391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CLICK TO EDIT MASTER TEXT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7410173" y="3834606"/>
            <a:ext cx="3943627" cy="199786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  <p:pic>
        <p:nvPicPr>
          <p:cNvPr id="19" name="Graphic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22951da8584243">
            <a:extLst>
              <a:ext uri="{96DAC541-7B7A-43D3-8B79-37D633B846F1}">
                <asvg:svgBlip xmlns:asvg="http://schemas.microsoft.com/office/drawing/2016/SVG/main" r:embed="R237d4ac68b704e47"/>
              </a:ext>
            </a:extLst>
          </a:blip>
          <a:srcRect xmlns:a="http://schemas.openxmlformats.org/drawingml/2006/main" l="39434" t="20278" r="0" b="22673"/>
          <a:stretch xmlns:a="http://schemas.openxmlformats.org/drawingml/2006/main"/>
        </p:blipFill>
        <p:spPr>
          <a:xfrm xmlns:a="http://schemas.openxmlformats.org/drawingml/2006/main">
            <a:off x="25785" y="0"/>
            <a:ext cx="4368030" cy="391239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2.xml><?xml version="1.0" encoding="utf-8"?>
<p:sldLayout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Graphic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d75d8ca1434990">
            <a:extLst>
              <a:ext uri="{96DAC541-7B7A-43D3-8B79-37D633B846F1}">
                <asvg:svgBlip xmlns:asvg="http://schemas.microsoft.com/office/drawing/2016/SVG/main" r:embed="R079f97b7bf7942ef"/>
              </a:ext>
            </a:extLst>
          </a:blip>
          <a:srcRect xmlns:a="http://schemas.openxmlformats.org/drawingml/2006/main" l="0" t="18301" r="41825" b="23071"/>
          <a:stretch xmlns:a="http://schemas.openxmlformats.org/drawingml/2006/main"/>
        </p:blipFill>
        <p:spPr>
          <a:xfrm xmlns:a="http://schemas.openxmlformats.org/drawingml/2006/main" flipH="1">
            <a:off x="0" y="0"/>
            <a:ext cx="5441888" cy="6858000"/>
          </a:xfrm>
        </p:spPr>
      </p:pic>
      <p:sp>
        <p:nvSpPr>
          <p:cNvPr id="19" name="Title 1">
            <a:extLst xmlns:a="http://schemas.openxmlformats.org/drawingml/2006/main"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920169" y="1152771"/>
            <a:ext cx="5431971" cy="846301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0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922254" y="2469515"/>
            <a:ext cx="5433204" cy="3651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25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921828" y="2798940"/>
            <a:ext cx="5431971" cy="5579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5922254" y="3569311"/>
            <a:ext cx="5433204" cy="3651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27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5921828" y="3898736"/>
            <a:ext cx="5431971" cy="5579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8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5922254" y="4669107"/>
            <a:ext cx="5433204" cy="3651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2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921828" y="4998532"/>
            <a:ext cx="5431971" cy="5579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1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22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24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57683"/>
            <a:ext cx="12191998" cy="20101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 algn="l">
              <a:buNone/>
              <a:defRPr sz="2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6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914399" y="3354712"/>
            <a:ext cx="731520" cy="45720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Year</a:t>
            </a:r>
          </a:p>
        </p:txBody>
      </p:sp>
      <p:sp>
        <p:nvSpPr>
          <p:cNvPr id="7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965960" y="3502152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8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2753880" y="3502152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9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3541800" y="3502152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10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4329720" y="3502152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914400" y="4292468"/>
            <a:ext cx="731520" cy="45720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Year</a:t>
            </a:r>
          </a:p>
        </p:txBody>
      </p:sp>
      <p:sp>
        <p:nvSpPr>
          <p:cNvPr id="12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5117640" y="3502152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13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5905560" y="3502152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14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6693480" y="3502152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15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9057240" y="3502152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16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481400" y="3502152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17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8269320" y="3502152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18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9845160" y="3502152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19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10633085" y="3502152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20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1969915" y="4425696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2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2757602" y="4425696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22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3545289" y="4425696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23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4332976" y="4425696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24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5120663" y="4425696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25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5908350" y="4425696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26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696037" y="4425696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27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9059098" y="4425696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28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xmlns:a="http://schemas.openxmlformats.org/drawingml/2006/main" noGrp="1"/>
          </p:cNvSpPr>
          <p:nvPr>
            <p:ph type="body" idx="55" hasCustomPrompt="1"/>
          </p:nvPr>
        </p:nvSpPr>
        <p:spPr>
          <a:xfrm xmlns:a="http://schemas.openxmlformats.org/drawingml/2006/main">
            <a:off x="7483724" y="4425696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29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xmlns:a="http://schemas.openxmlformats.org/drawingml/2006/main" noGrp="1"/>
          </p:cNvSpPr>
          <p:nvPr>
            <p:ph type="body" idx="56" hasCustomPrompt="1"/>
          </p:nvPr>
        </p:nvSpPr>
        <p:spPr>
          <a:xfrm xmlns:a="http://schemas.openxmlformats.org/drawingml/2006/main">
            <a:off x="8271411" y="4425696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30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xmlns:a="http://schemas.openxmlformats.org/drawingml/2006/main" noGrp="1"/>
          </p:cNvSpPr>
          <p:nvPr>
            <p:ph type="body" idx="57" hasCustomPrompt="1"/>
          </p:nvPr>
        </p:nvSpPr>
        <p:spPr>
          <a:xfrm xmlns:a="http://schemas.openxmlformats.org/drawingml/2006/main">
            <a:off x="9846785" y="4425696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3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xmlns:a="http://schemas.openxmlformats.org/drawingml/2006/main" noGrp="1"/>
          </p:cNvSpPr>
          <p:nvPr>
            <p:ph type="body" idx="58" hasCustomPrompt="1"/>
          </p:nvPr>
        </p:nvSpPr>
        <p:spPr>
          <a:xfrm xmlns:a="http://schemas.openxmlformats.org/drawingml/2006/main">
            <a:off x="10634472" y="4425696"/>
            <a:ext cx="640080" cy="2017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MM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4034785"/>
            <a:ext cx="10332720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37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38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Smart Ar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2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0B5A8D23-684B-4851-A0B9-CD9959BA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0"/>
            <a:ext cx="2590800" cy="76200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424F31C4-3E96-480E-8B8C-D1945DF7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0"/>
            <a:ext cx="704850" cy="102790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  <p:sp>
        <p:nvSpPr>
          <p:cNvPr id="8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38199" y="2136775"/>
            <a:ext cx="10515599" cy="36972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>
  <p:cSld name="Team Slide 4 Peopl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885156" y="892177"/>
            <a:ext cx="8421688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2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487181" y="2886074"/>
            <a:ext cx="1845511" cy="18455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7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6914" y="2886074"/>
            <a:ext cx="1845511" cy="18455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8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327578" y="2886074"/>
            <a:ext cx="1845511" cy="18455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 xmlns:a="http://schemas.openxmlformats.org/drawingml/2006/main">
            <a:pPr lvl="0">
              <a:buNone/>
            </a:pPr>
            <a:r>
              <a:t>Click icon to add picture</a:t>
            </a:r>
            <a:endParaRPr/>
          </a:p>
        </p:txBody>
      </p:sp>
      <p:sp>
        <p:nvSpPr>
          <p:cNvPr id="19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8747458" y="2886074"/>
            <a:ext cx="1845511" cy="18455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343248" y="5084524"/>
            <a:ext cx="2123743" cy="343061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2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692980" y="5099206"/>
            <a:ext cx="2135755" cy="343061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2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183644" y="5099206"/>
            <a:ext cx="2123743" cy="343061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2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8603525" y="5084524"/>
            <a:ext cx="2123742" cy="343061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2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487181" y="5464114"/>
            <a:ext cx="1845511" cy="34306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buNone/>
              <a:defRPr sz="1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3836913" y="5478796"/>
            <a:ext cx="1855949" cy="34306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buNone/>
              <a:defRPr sz="1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2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6327577" y="5478796"/>
            <a:ext cx="1845511" cy="34306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buNone/>
              <a:defRPr sz="1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2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8747458" y="5464114"/>
            <a:ext cx="1845510" cy="34306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buNone/>
              <a:defRPr sz="1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E29BA976-5623-4A4A-863E-D60D7AEE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334250" y="0"/>
            <a:ext cx="4857750" cy="76200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D0A2A0D7-74FE-4D73-BDE4-48FF7F14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0"/>
            <a:ext cx="704850" cy="1724025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16.xml><?xml version="1.0" encoding="utf-8"?>
<p:sldLayout xmlns:p="http://schemas.openxmlformats.org/presentationml/2006/main" preserve="1">
  <p:cSld name="Team Slide 8 People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885156" y="892177"/>
            <a:ext cx="8421688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280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877176" y="24288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7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4226270" y="24288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8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716934" y="24288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 xmlns:a="http://schemas.openxmlformats.org/drawingml/2006/main">
            <a:pPr lvl="0">
              <a:buNone/>
            </a:pPr>
            <a:r>
              <a:t>Click icon to add picture</a:t>
            </a:r>
            <a:endParaRPr/>
          </a:p>
        </p:txBody>
      </p:sp>
      <p:sp>
        <p:nvSpPr>
          <p:cNvPr id="19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136814" y="24288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500168" y="3654378"/>
            <a:ext cx="1828800" cy="34306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buNone/>
              <a:defRPr sz="105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2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390120" y="3782039"/>
            <a:ext cx="2057400" cy="343061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90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2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849262" y="3669060"/>
            <a:ext cx="1828800" cy="34306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buNone/>
              <a:defRPr sz="105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3739214" y="3796721"/>
            <a:ext cx="2057400" cy="343061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90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2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339926" y="3669060"/>
            <a:ext cx="1828800" cy="34306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buNone/>
              <a:defRPr sz="105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2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6217963" y="3796721"/>
            <a:ext cx="2057400" cy="343061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90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2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8759806" y="3654378"/>
            <a:ext cx="1828800" cy="34306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buNone/>
              <a:defRPr sz="105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2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8634432" y="3782039"/>
            <a:ext cx="2057400" cy="343061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90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55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1877176" y="4287711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56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xmlns:a="http://schemas.openxmlformats.org/drawingml/2006/main" noGrp="1"/>
          </p:cNvSpPr>
          <p:nvPr>
            <p:ph type="pic" idx="27"/>
          </p:nvPr>
        </p:nvSpPr>
        <p:spPr>
          <a:xfrm xmlns:a="http://schemas.openxmlformats.org/drawingml/2006/main">
            <a:off x="4226270" y="4287711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57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xmlns:a="http://schemas.openxmlformats.org/drawingml/2006/main" noGrp="1"/>
          </p:cNvSpPr>
          <p:nvPr>
            <p:ph type="pic" idx="28"/>
          </p:nvPr>
        </p:nvSpPr>
        <p:spPr>
          <a:xfrm xmlns:a="http://schemas.openxmlformats.org/drawingml/2006/main">
            <a:off x="6716934" y="4287711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 xmlns:a="http://schemas.openxmlformats.org/drawingml/2006/main">
            <a:pPr lvl="0">
              <a:buNone/>
            </a:pPr>
            <a:r>
              <a:t>Click icon to add picture</a:t>
            </a:r>
            <a:endParaRPr/>
          </a:p>
        </p:txBody>
      </p:sp>
      <p:sp>
        <p:nvSpPr>
          <p:cNvPr id="58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xmlns:a="http://schemas.openxmlformats.org/drawingml/2006/main" noGrp="1"/>
          </p:cNvSpPr>
          <p:nvPr>
            <p:ph type="pic" idx="29"/>
          </p:nvPr>
        </p:nvSpPr>
        <p:spPr>
          <a:xfrm xmlns:a="http://schemas.openxmlformats.org/drawingml/2006/main">
            <a:off x="9136814" y="4287711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5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1500168" y="5513214"/>
            <a:ext cx="1828800" cy="34306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buNone/>
              <a:defRPr sz="105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6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390120" y="5640875"/>
            <a:ext cx="2057400" cy="343061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90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5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3849262" y="5527896"/>
            <a:ext cx="1828800" cy="34306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buNone/>
              <a:defRPr sz="105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6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3739214" y="5655557"/>
            <a:ext cx="2057400" cy="343061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90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6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6339926" y="5527896"/>
            <a:ext cx="1828800" cy="34306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buNone/>
              <a:defRPr sz="105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6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6229878" y="5655557"/>
            <a:ext cx="2057400" cy="343061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90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6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759806" y="5513214"/>
            <a:ext cx="1828800" cy="34306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buNone/>
              <a:defRPr sz="105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6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8634432" y="5640875"/>
            <a:ext cx="2057400" cy="343061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900" kern="1200" spc="150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  <p:pic>
        <p:nvPicPr>
          <p:cNvPr id="96" name="Graphic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240e0e0734cc1">
            <a:extLst>
              <a:ext uri="{96DAC541-7B7A-43D3-8B79-37D633B846F1}">
                <asvg:svgBlip xmlns:asvg="http://schemas.microsoft.com/office/drawing/2016/SVG/main" r:embed="R06d4f5d20e3440f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3953"/>
            <a:ext cx="2057400" cy="1647825"/>
          </a:xfrm>
          <a:prstGeom xmlns:a="http://schemas.openxmlformats.org/drawingml/2006/main" prst="rect">
            <a:avLst/>
          </a:prstGeom>
        </p:spPr>
      </p:pic>
      <p:pic>
        <p:nvPicPr>
          <p:cNvPr id="97" name="Graphic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5024da900488d">
            <a:extLst>
              <a:ext uri="{96DAC541-7B7A-43D3-8B79-37D633B846F1}">
                <asvg:svgBlip xmlns:asvg="http://schemas.microsoft.com/office/drawing/2016/SVG/main" r:embed="R6950b3c642a54d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49000" y="5180889"/>
            <a:ext cx="1143000" cy="9144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7.xml><?xml version="1.0" encoding="utf-8"?>
<p:sldLayout xmlns:p="http://schemas.openxmlformats.org/presentationml/2006/main" preserve="1" userDrawn="1">
  <p:cSld name="3  Conten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885156" y="892177"/>
            <a:ext cx="8421688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2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xmlns:a="http://schemas.openxmlformats.org/drawingml/2006/main" noGrp="1"/>
          </p:cNvSpPr>
          <p:nvPr>
            <p:ph idx="21" hasCustomPrompt="1"/>
          </p:nvPr>
        </p:nvSpPr>
        <p:spPr>
          <a:xfrm xmlns:a="http://schemas.openxmlformats.org/drawingml/2006/main">
            <a:off x="1075447" y="2370670"/>
            <a:ext cx="1856232" cy="166420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 xmlns:a="http://schemas.openxmlformats.org/drawingml/2006/main">
            <a:pPr lvl="0">
              <a:buNone/>
            </a:pPr>
            <a:r>
              <a:t>Click to add content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38200" y="3788813"/>
            <a:ext cx="2330726" cy="804859"/>
          </a:xfrm>
        </p:spPr>
        <p:txBody>
          <a:bodyPr xmlns:a="http://schemas.openxmlformats.org/drawingml/2006/main" lIns="0" rIns="0" anchor="b">
            <a:noAutofit/>
          </a:bodyPr>
          <a:lstStyle xmlns:a="http://schemas.openxmlformats.org/drawingml/2006/main">
            <a:lvl1pPr marL="0" indent="0" algn="ctr">
              <a:buNone/>
              <a:defRPr sz="32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#</a:t>
            </a:r>
          </a:p>
        </p:txBody>
      </p:sp>
      <p:sp>
        <p:nvSpPr>
          <p:cNvPr id="1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838200" y="4464810"/>
            <a:ext cx="2330726" cy="438505"/>
          </a:xfrm>
        </p:spPr>
        <p:txBody>
          <a:bodyPr xmlns:a="http://schemas.openxmlformats.org/drawingml/2006/main" lIns="0" rIns="0" anchor="b">
            <a:noAutofit/>
          </a:bodyPr>
          <a:lstStyle xmlns:a="http://schemas.openxmlformats.org/drawingml/2006/main">
            <a:lvl1pPr marL="0" indent="0" algn="ctr">
              <a:buNone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8200" y="5120722"/>
            <a:ext cx="2330726" cy="853167"/>
          </a:xfrm>
        </p:spPr>
        <p:txBody>
          <a:bodyPr xmlns:a="http://schemas.openxmlformats.org/drawingml/2006/main" lIns="0" rIns="0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xmlns:a="http://schemas.openxmlformats.org/drawingml/2006/main" noGrp="1"/>
          </p:cNvSpPr>
          <p:nvPr>
            <p:ph idx="22" hasCustomPrompt="1"/>
          </p:nvPr>
        </p:nvSpPr>
        <p:spPr>
          <a:xfrm xmlns:a="http://schemas.openxmlformats.org/drawingml/2006/main">
            <a:off x="3805651" y="2370670"/>
            <a:ext cx="1856232" cy="166420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 xmlns:a="http://schemas.openxmlformats.org/drawingml/2006/main">
            <a:pPr lvl="0">
              <a:buNone/>
            </a:pPr>
            <a:r>
              <a:t>Click to add content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3562665" y="3788813"/>
            <a:ext cx="2342205" cy="804859"/>
          </a:xfrm>
        </p:spPr>
        <p:txBody>
          <a:bodyPr xmlns:a="http://schemas.openxmlformats.org/drawingml/2006/main" lIns="0" rIns="0" anchor="b">
            <a:noAutofit/>
          </a:bodyPr>
          <a:lstStyle xmlns:a="http://schemas.openxmlformats.org/drawingml/2006/main">
            <a:lvl1pPr marL="0" indent="0" algn="ctr">
              <a:buNone/>
              <a:defRPr sz="32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#</a:t>
            </a:r>
          </a:p>
        </p:txBody>
      </p:sp>
      <p:sp>
        <p:nvSpPr>
          <p:cNvPr id="18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562665" y="4464810"/>
            <a:ext cx="2342205" cy="438505"/>
          </a:xfrm>
        </p:spPr>
        <p:txBody>
          <a:bodyPr xmlns:a="http://schemas.openxmlformats.org/drawingml/2006/main" lIns="0" rIns="0" anchor="b">
            <a:noAutofit/>
          </a:bodyPr>
          <a:lstStyle xmlns:a="http://schemas.openxmlformats.org/drawingml/2006/main">
            <a:lvl1pPr marL="0" indent="0" algn="ctr">
              <a:buNone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CLICK TO EDIT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3562665" y="5120722"/>
            <a:ext cx="2342205" cy="853167"/>
          </a:xfrm>
        </p:spPr>
        <p:txBody>
          <a:bodyPr xmlns:a="http://schemas.openxmlformats.org/drawingml/2006/main" lIns="0" rIns="0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xmlns:a="http://schemas.openxmlformats.org/drawingml/2006/main" noGrp="1"/>
          </p:cNvSpPr>
          <p:nvPr>
            <p:ph idx="23" hasCustomPrompt="1"/>
          </p:nvPr>
        </p:nvSpPr>
        <p:spPr>
          <a:xfrm xmlns:a="http://schemas.openxmlformats.org/drawingml/2006/main">
            <a:off x="6530117" y="2370670"/>
            <a:ext cx="1856232" cy="166420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 xmlns:a="http://schemas.openxmlformats.org/drawingml/2006/main">
            <a:pPr lvl="0">
              <a:buNone/>
            </a:pPr>
            <a:r>
              <a:t>Click to add content</a:t>
            </a:r>
          </a:p>
        </p:txBody>
      </p:sp>
      <p:sp>
        <p:nvSpPr>
          <p:cNvPr id="2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298609" y="3788813"/>
            <a:ext cx="2330726" cy="804859"/>
          </a:xfrm>
        </p:spPr>
        <p:txBody>
          <a:bodyPr xmlns:a="http://schemas.openxmlformats.org/drawingml/2006/main" lIns="0" rIns="0" anchor="b">
            <a:noAutofit/>
          </a:bodyPr>
          <a:lstStyle xmlns:a="http://schemas.openxmlformats.org/drawingml/2006/main">
            <a:lvl1pPr marL="0" indent="0" algn="ctr">
              <a:buNone/>
              <a:defRPr sz="32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#</a:t>
            </a:r>
          </a:p>
        </p:txBody>
      </p:sp>
      <p:sp>
        <p:nvSpPr>
          <p:cNvPr id="1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298609" y="4464810"/>
            <a:ext cx="2330726" cy="438505"/>
          </a:xfrm>
        </p:spPr>
        <p:txBody>
          <a:bodyPr xmlns:a="http://schemas.openxmlformats.org/drawingml/2006/main" lIns="0" rIns="0" anchor="b">
            <a:noAutofit/>
          </a:bodyPr>
          <a:lstStyle xmlns:a="http://schemas.openxmlformats.org/drawingml/2006/main">
            <a:lvl1pPr marL="0" indent="0" algn="ctr">
              <a:buNone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22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298609" y="5120722"/>
            <a:ext cx="2330726" cy="853167"/>
          </a:xfrm>
        </p:spPr>
        <p:txBody>
          <a:bodyPr xmlns:a="http://schemas.openxmlformats.org/drawingml/2006/main" lIns="0" rIns="0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xmlns:a="http://schemas.openxmlformats.org/drawingml/2006/main" noGrp="1"/>
          </p:cNvSpPr>
          <p:nvPr>
            <p:ph idx="24" hasCustomPrompt="1"/>
          </p:nvPr>
        </p:nvSpPr>
        <p:spPr>
          <a:xfrm xmlns:a="http://schemas.openxmlformats.org/drawingml/2006/main">
            <a:off x="9260321" y="2370670"/>
            <a:ext cx="1856232" cy="166420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 xmlns:a="http://schemas.openxmlformats.org/drawingml/2006/main">
            <a:pPr lvl="0">
              <a:buNone/>
            </a:pPr>
            <a:r>
              <a:t>Click to add content</a:t>
            </a:r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9023074" y="3788457"/>
            <a:ext cx="2330726" cy="804859"/>
          </a:xfrm>
        </p:spPr>
        <p:txBody>
          <a:bodyPr xmlns:a="http://schemas.openxmlformats.org/drawingml/2006/main" lIns="0" rIns="0" anchor="b">
            <a:noAutofit/>
          </a:bodyPr>
          <a:lstStyle xmlns:a="http://schemas.openxmlformats.org/drawingml/2006/main">
            <a:lvl1pPr marL="0" indent="0" algn="ctr">
              <a:buNone/>
              <a:defRPr sz="32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#</a:t>
            </a:r>
          </a:p>
        </p:txBody>
      </p:sp>
      <p:sp>
        <p:nvSpPr>
          <p:cNvPr id="2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9023074" y="4464454"/>
            <a:ext cx="2330726" cy="438505"/>
          </a:xfrm>
        </p:spPr>
        <p:txBody>
          <a:bodyPr xmlns:a="http://schemas.openxmlformats.org/drawingml/2006/main" lIns="0" rIns="0" anchor="b">
            <a:noAutofit/>
          </a:bodyPr>
          <a:lstStyle xmlns:a="http://schemas.openxmlformats.org/drawingml/2006/main">
            <a:lvl1pPr marL="0" indent="0" algn="ctr">
              <a:buNone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</a:t>
            </a:r>
          </a:p>
        </p:txBody>
      </p:sp>
      <p:sp>
        <p:nvSpPr>
          <p:cNvPr id="16" name="Straight Connector 15">
            <a:extLst xmlns:a="http://schemas.openxmlformats.org/drawingml/2006/main">
              <a:ext uri="{FF2B5EF4-FFF2-40B4-BE49-F238E27FC236}">
                <a16:creationId xmlns:a16="http://schemas.microsoft.com/office/drawing/2014/main" id="{99995F79-DC40-4DFE-A28D-0343A286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0"/>
            <a:ext cx="1238250" cy="1328057"/>
          </a:xfrm>
          <a:prstGeom xmlns:a="http://schemas.openxmlformats.org/drawingml/2006/main" prst="line">
            <a:avLst/>
          </a:prstGeom>
          <a:ln xmlns:a="http://schemas.openxmlformats.org/drawingml/2006/main" w="3175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027731FB-B517-4161-BD0F-0169777D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0"/>
            <a:ext cx="3790950" cy="89217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9023074" y="5120366"/>
            <a:ext cx="2330726" cy="853167"/>
          </a:xfrm>
        </p:spPr>
        <p:txBody>
          <a:bodyPr xmlns:a="http://schemas.openxmlformats.org/drawingml/2006/main" lIns="0" rIns="0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76875" y="1671639"/>
            <a:ext cx="5111750" cy="1204912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76875" y="3682546"/>
            <a:ext cx="5111750" cy="152558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916AF695-37DD-4D6B-8E07-A2A1D6B8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0" y="876300"/>
            <a:ext cx="4762500" cy="1628775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9A44DC30-A8F6-4B6A-98EA-C1D0B160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638425" y="0"/>
            <a:ext cx="2124076" cy="518636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22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24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title" preserve="1">
  <p:cSld name="Closing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267200" y="1615736"/>
            <a:ext cx="4179570" cy="1524735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267200" y="3238103"/>
            <a:ext cx="4179570" cy="200416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pic>
        <p:nvPicPr>
          <p:cNvPr id="15" name="Graphic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f8192027e45a5">
            <a:extLst>
              <a:ext uri="{96DAC541-7B7A-43D3-8B79-37D633B846F1}">
                <asvg:svgBlip xmlns:asvg="http://schemas.microsoft.com/office/drawing/2016/SVG/main" r:embed="R52b5bea195d0454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176938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267200" y="6356350"/>
            <a:ext cx="1774371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10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479721" y="6356350"/>
            <a:ext cx="2661557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11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579428" y="6356350"/>
            <a:ext cx="1774371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2d8c183a43490c" /><Relationship Type="http://schemas.openxmlformats.org/officeDocument/2006/relationships/slideLayout" Target="/ppt/slideLayouts/slideLayout1.xml" Id="R8d2f6e739401435a" /><Relationship Type="http://schemas.openxmlformats.org/officeDocument/2006/relationships/slideLayout" Target="/ppt/slideLayouts/slideLayout2.xml" Id="Ra3097235be02481c" /><Relationship Type="http://schemas.openxmlformats.org/officeDocument/2006/relationships/slideLayout" Target="/ppt/slideLayouts/slideLayout3.xml" Id="R80780d11cac640a4" /><Relationship Type="http://schemas.openxmlformats.org/officeDocument/2006/relationships/slideLayout" Target="/ppt/slideLayouts/slideLayout4.xml" Id="Rd2c0008d17a64578" /><Relationship Type="http://schemas.openxmlformats.org/officeDocument/2006/relationships/slideLayout" Target="/ppt/slideLayouts/slideLayout5.xml" Id="Ra3b5aa2ce19d4f2b" /><Relationship Type="http://schemas.openxmlformats.org/officeDocument/2006/relationships/slideLayout" Target="/ppt/slideLayouts/slideLayout6.xml" Id="Rb79e98d7c8a34a75" /><Relationship Type="http://schemas.openxmlformats.org/officeDocument/2006/relationships/slideLayout" Target="/ppt/slideLayouts/slideLayout7.xml" Id="Re06489bef98b4fe1" /><Relationship Type="http://schemas.openxmlformats.org/officeDocument/2006/relationships/slideLayout" Target="/ppt/slideLayouts/slideLayout8.xml" Id="Ra1322eb2e55f4915" /><Relationship Type="http://schemas.openxmlformats.org/officeDocument/2006/relationships/slideLayout" Target="/ppt/slideLayouts/slideLayout9.xml" Id="Rd33575fd0a8e4f27" /><Relationship Type="http://schemas.openxmlformats.org/officeDocument/2006/relationships/slideLayout" Target="/ppt/slideLayouts/slideLayout10.xml" Id="Re1f02f6a6083405f" /><Relationship Type="http://schemas.openxmlformats.org/officeDocument/2006/relationships/slideLayout" Target="/ppt/slideLayouts/slideLayout11.xml" Id="R07dcf8689e7a4407" /><Relationship Type="http://schemas.openxmlformats.org/officeDocument/2006/relationships/slideLayout" Target="/ppt/slideLayouts/slideLayout12.xml" Id="Raab233fca770401d" /><Relationship Type="http://schemas.openxmlformats.org/officeDocument/2006/relationships/slideLayout" Target="/ppt/slideLayouts/slideLayout13.xml" Id="Rf7e29688260c449f" /><Relationship Type="http://schemas.openxmlformats.org/officeDocument/2006/relationships/slideLayout" Target="/ppt/slideLayouts/slideLayout14.xml" Id="R04b046469a6945e5" /><Relationship Type="http://schemas.openxmlformats.org/officeDocument/2006/relationships/slideLayout" Target="/ppt/slideLayouts/slideLayout15.xml" Id="R6875d9931aba4a0d" /><Relationship Type="http://schemas.openxmlformats.org/officeDocument/2006/relationships/slideLayout" Target="/ppt/slideLayouts/slideLayout16.xml" Id="Ra2787ef64eb243dd" /><Relationship Type="http://schemas.openxmlformats.org/officeDocument/2006/relationships/slideLayout" Target="/ppt/slideLayouts/slideLayout17.xml" Id="R85e8ddc65dbc4e74" /><Relationship Type="http://schemas.openxmlformats.org/officeDocument/2006/relationships/slideLayout" Target="/ppt/slideLayouts/slideLayout18.xml" Id="R452ba331e99945a1" /><Relationship Type="http://schemas.openxmlformats.org/officeDocument/2006/relationships/slideLayout" Target="/ppt/slideLayouts/slideLayout19.xml" Id="R2b2a12065c0e4c7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20XX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Pitch Deck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5CEABB6-07DC-46E8-9B57-56EC44A396E5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2f6e739401435a"/>
    <p:sldLayoutId xmlns:r="http://schemas.openxmlformats.org/officeDocument/2006/relationships" id="2147483650" r:id="Ra3097235be02481c"/>
    <p:sldLayoutId xmlns:r="http://schemas.openxmlformats.org/officeDocument/2006/relationships" id="2147483651" r:id="R80780d11cac640a4"/>
    <p:sldLayoutId xmlns:r="http://schemas.openxmlformats.org/officeDocument/2006/relationships" id="2147483652" r:id="Rd2c0008d17a64578"/>
    <p:sldLayoutId xmlns:r="http://schemas.openxmlformats.org/officeDocument/2006/relationships" id="2147483653" r:id="Ra3b5aa2ce19d4f2b"/>
    <p:sldLayoutId xmlns:r="http://schemas.openxmlformats.org/officeDocument/2006/relationships" id="2147483654" r:id="Rb79e98d7c8a34a75"/>
    <p:sldLayoutId xmlns:r="http://schemas.openxmlformats.org/officeDocument/2006/relationships" id="2147483655" r:id="Re06489bef98b4fe1"/>
    <p:sldLayoutId xmlns:r="http://schemas.openxmlformats.org/officeDocument/2006/relationships" id="2147483656" r:id="Ra1322eb2e55f4915"/>
    <p:sldLayoutId xmlns:r="http://schemas.openxmlformats.org/officeDocument/2006/relationships" id="2147483657" r:id="Rd33575fd0a8e4f27"/>
    <p:sldLayoutId xmlns:r="http://schemas.openxmlformats.org/officeDocument/2006/relationships" id="2147483658" r:id="Re1f02f6a6083405f"/>
    <p:sldLayoutId xmlns:r="http://schemas.openxmlformats.org/officeDocument/2006/relationships" id="2147483659" r:id="R07dcf8689e7a4407"/>
    <p:sldLayoutId xmlns:r="http://schemas.openxmlformats.org/officeDocument/2006/relationships" id="2147483660" r:id="Raab233fca770401d"/>
    <p:sldLayoutId xmlns:r="http://schemas.openxmlformats.org/officeDocument/2006/relationships" id="2147483661" r:id="Rf7e29688260c449f"/>
    <p:sldLayoutId xmlns:r="http://schemas.openxmlformats.org/officeDocument/2006/relationships" id="2147483662" r:id="R04b046469a6945e5"/>
    <p:sldLayoutId xmlns:r="http://schemas.openxmlformats.org/officeDocument/2006/relationships" id="2147483663" r:id="R6875d9931aba4a0d"/>
    <p:sldLayoutId xmlns:r="http://schemas.openxmlformats.org/officeDocument/2006/relationships" id="2147483664" r:id="Ra2787ef64eb243dd"/>
    <p:sldLayoutId xmlns:r="http://schemas.openxmlformats.org/officeDocument/2006/relationships" id="2147483665" r:id="R85e8ddc65dbc4e74"/>
    <p:sldLayoutId xmlns:r="http://schemas.openxmlformats.org/officeDocument/2006/relationships" id="2147483666" r:id="R452ba331e99945a1"/>
    <p:sldLayoutId xmlns:r="http://schemas.openxmlformats.org/officeDocument/2006/relationships" id="2147483667" r:id="R2b2a12065c0e4c7b"/>
  </p:sldLayoutIdLst>
  <p:hf hd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Custom 167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35d8d864934add" /><Relationship Type="http://schemas.openxmlformats.org/officeDocument/2006/relationships/notesSlide" Target="/ppt/notesSlides/notesSlide1.xml" Id="R732570b118df48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62bc2ca1b940a9" /><Relationship Type="http://schemas.openxmlformats.org/officeDocument/2006/relationships/notesSlide" Target="/ppt/notesSlides/notesSlide2.xml" Id="R5eaf8ae7965c40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1fa24027a064a68" /><Relationship Type="http://schemas.openxmlformats.org/officeDocument/2006/relationships/notesSlide" Target="/ppt/notesSlides/notesSlide3.xml" Id="R8f03eb25cb4c45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3a1d393b79e41c0" /><Relationship Type="http://schemas.openxmlformats.org/officeDocument/2006/relationships/notesSlide" Target="/ppt/notesSlides/notesSlide4.xml" Id="R04ddaed356e649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dd7b6177da94f1f" /><Relationship Type="http://schemas.openxmlformats.org/officeDocument/2006/relationships/notesSlide" Target="/ppt/notesSlides/notesSlide5.xml" Id="Rf0695471be904b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50bd1ab6985488b" /><Relationship Type="http://schemas.openxmlformats.org/officeDocument/2006/relationships/notesSlide" Target="/ppt/notesSlides/notesSlide6.xml" Id="R12468fbe444043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2d897ee308246d6" /><Relationship Type="http://schemas.openxmlformats.org/officeDocument/2006/relationships/notesSlide" Target="/ppt/notesSlides/notesSlide7.xml" Id="Rd39c35e7070c47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f6a8f9bd0374cd9" /><Relationship Type="http://schemas.openxmlformats.org/officeDocument/2006/relationships/notesSlide" Target="/ppt/notesSlides/notesSlide8.xml" Id="Ra62302c93cc94b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7977218ab964b0e" /><Relationship Type="http://schemas.openxmlformats.org/officeDocument/2006/relationships/notesSlide" Target="/ppt/notesSlides/notesSlide9.xml" Id="Re4e1cb38ff3f48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2659c9e40154f32" /><Relationship Type="http://schemas.openxmlformats.org/officeDocument/2006/relationships/notesSlide" Target="/ppt/notesSlides/notesSlide10.xml" Id="R2277b2098cac4e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ce3b2c5003f44b0" /><Relationship Type="http://schemas.openxmlformats.org/officeDocument/2006/relationships/notesSlide" Target="/ppt/notesSlides/notesSlide11.xml" Id="Rc7a8379ce9e14a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056e64f152a48c9" /><Relationship Type="http://schemas.openxmlformats.org/officeDocument/2006/relationships/notesSlide" Target="/ppt/notesSlides/notesSlide12.xml" Id="R291c64ee9cda4a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5aa7586eaf242ad" /><Relationship Type="http://schemas.openxmlformats.org/officeDocument/2006/relationships/notesSlide" Target="/ppt/notesSlides/notesSlide13.xml" Id="Rfff98e04281041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b9a0eccd855445d" /><Relationship Type="http://schemas.openxmlformats.org/officeDocument/2006/relationships/notesSlide" Target="/ppt/notesSlides/notesSlide14.xml" Id="Rb66772c8635848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4f06e1c6d784707" /><Relationship Type="http://schemas.openxmlformats.org/officeDocument/2006/relationships/notesSlide" Target="/ppt/notesSlides/notesSlide15.xml" Id="Re347967e656c44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1e4d1a43cc5477e" /><Relationship Type="http://schemas.openxmlformats.org/officeDocument/2006/relationships/notesSlide" Target="/ppt/notesSlides/notesSlide16.xml" Id="R73f9c966fb6d456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29186-CAC6-4EE1-920C-B4D67C66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821F2-01CB-416D-85D1-E1A9DA74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59055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975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Essential consideration</a:t>
            </a:r>
          </a:p>
          <a:p xmlns:a="http://schemas.openxmlformats.org/drawingml/2006/main">
            <a:pPr>
              <a:defRPr sz="3975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975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of the Indian</a:t>
            </a:r>
          </a:p>
          <a:p xmlns:a="http://schemas.openxmlformats.org/drawingml/2006/main">
            <a:pPr>
              <a:defRPr sz="3975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975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constitution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3FC44-8F4B-43DA-AC20-E328A427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00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Aavani Kumar</a:t>
            </a:r>
          </a:p>
          <a:p xmlns:a="http://schemas.openxmlformats.org/drawingml/2006/main">
            <a:pPr>
              <a:defRPr sz="2100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00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URN: 125B0000186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EA439-D2FD-417C-9C34-0761DD0C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1212C-6DBC-45F5-A7CA-0A1B19BB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600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D21CC-0A21-4210-A967-B0A0D0A7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143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This presentation examines two speeches by Dr. B. R. Ambedkar, Chairman of the Drafting Committee.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9F0B8-BC58-4FCB-B552-5CE2E40C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143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The Constituent Assembly appointed the Drafting Committee on 29 August 1947.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2733F-EF43-43DF-A53F-6FA88C17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41302-9DCA-4D71-A68A-F0F80B73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62000"/>
            <a:ext cx="9144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450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FF44D-6AF8-48A4-8403-1121E6F0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325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4 November 1948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B7476-0ACA-4062-B8D0-DDC3BBE8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Ambedkar presented the Draft Constitution and explained its structure and main choices.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3DF75-6669-41EF-8C2C-F963AA1C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526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325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25 November 1949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6E071-8DEB-4AF1-B965-16EFF63A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He reviewed the Assembly’s work and explained the Constitution’s social, political and economic philosophy.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853DB-9BC2-46D7-93F1-CA2D2F6E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00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Together, the speeches explain the Constitution’s design and the principles needed for it to succeed.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CA0A4-28C2-42D3-B766-A5B3596B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B0EFB-CDF9-4815-8062-20DD3C28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5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Key feature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C72B3-1D46-4F60-B47A-A7E0BD45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38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450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Drawn from various 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FBABC-DFDC-4C59-AFF1-5D565A4C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Ambedkar defended learning from earlier constitutions.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612D2-5819-466C-9F43-CE99C175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The framers adapted useful ideas to India’s needs instead of copying them without thought.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7CD8D-AFB8-43A4-94A8-21D5500D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863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For him, the value of a provision mattered more than its originality.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54D5A-3DB3-4FC0-8AB3-E81685A3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BA019-D5DB-4A9A-BB07-5C5F6869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5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Key feature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0AF9D-12A5-45BA-B2A1-AF913B77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38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450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Lengthiest written constitution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F09DB-31DD-4DBB-AF1A-CC928383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India’s Constitution sets out detailed rules for government and the protection of rights.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B4D86-B2C7-4A4C-8328-615A6D5B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Ambedkar explained that some administrative details were necessary because constitutional habits still needed to develop.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C0C18-C365-4133-9727-F03ABBC8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863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The detail aimed to reduce uncertainty about how institutions should work.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EC515-8DBA-4B68-BE5E-28FE9CAF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D8B7E-A542-4897-878C-8FC814C2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5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Key feature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AF999-07A7-4BFA-BB71-A290AC9A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38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450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Parliamentary system of government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281E5-C92A-4C91-926C-644EADB1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The government must answer to elected representatives in Parliament.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B10F5-E6C4-428F-9018-DC222902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Ambedkar preferred regular accountability, even if it meant less stability than a presidential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1D757-6830-4DB7-B268-7075C581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863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Questions, debates and confidence votes help keep the executive responsible.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F3D84-D61A-4BE8-8ACD-7AE1E064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6831B-65D0-4EED-8076-F6C4D8A2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5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Key feature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88615-C457-44FA-A2E5-31216CB1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38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450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Federal system with a unitary bias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67C9D-9A3A-4399-A82D-FF628EDA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The Constitution divides powers between the Union and the States.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672F7-8A7C-4CAB-A822-955FCAEE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It also gives the Union a strong role, especially during emergencies.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44DEA-CDFB-4969-B930-19492E72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863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Ambedkar saw this flexibility as a way to preserve unity while allowing State government.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F6BE3-EE08-478A-80A2-7B9FDD74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313DF-4146-4E30-82B0-BCF2E6B2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5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Key feature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3D103-7A28-4596-A57A-F8D5B16C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38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450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Fundamental Rights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CA27A-A672-4899-AC23-186395DB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Fundamental Rights protect basic freedoms and equality against misuse of State power.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DBF6A-FE1D-42E9-996F-BEB664D3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Ambedkar explained that rights can have constitutional limits so that public order is also protected.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62A5B-F83B-4745-89EF-0B23AF8A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863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Legal remedies make the protection of rights meaningful.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71AE2-E80E-40DE-8BD5-068B1903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00618-0BA9-4816-97FD-1FAF90D1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5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Key feature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D7550-F8E1-47FB-A8A0-9D99FEE2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38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450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Single citizenship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72230-86A3-44BE-B9EB-6A53BB16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India has one common citizenship, rather than separate Union and State citizenships.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09214-1461-4ED1-9B1D-8441D16C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Ambedkar contrasted this with the American system of dual citizenship.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D1D9D-745D-471A-83E1-A9ECDD9F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863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 common citizenship supports equal national membership and a shared Indian identity.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31BD4-4EAE-4AE6-9FCF-88EBEB12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31FB3-B291-49DB-9549-B97B8BC4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62000"/>
            <a:ext cx="9144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450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Rationale behind the Constitution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BF58E-0409-487D-82A1-3CB88E8D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An accountable government would help prevent arbitrary rule after independence.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2243A-CBE2-48E0-AFD2-1191807B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 strong Union and shared citizenship would help hold a diverse country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AAADC-77C4-4E0F-AB6F-325053A6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Rights and social reform would give people the freedom and dignity needed for democracy.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ADD54-600C-465A-80C4-7505123C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57724-7B57-4829-9A16-CF439521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62000"/>
            <a:ext cx="9144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450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Arguments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160A7-7E12-40F7-9DC2-639CCD39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849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1. Follow constitutional methods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8F465-F147-4578-A5BB-1838DA8D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98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72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Page 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89046-2C89-4383-A7C3-AB2873F1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8025"/>
            <a:ext cx="10096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8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Use constitutional routes to pursue social and economic change.</a:t>
            </a:r>
          </a:p>
          <a:p xmlns:a="http://schemas.openxmlformats.org/drawingml/2006/main">
            <a:pPr>
              <a:defRPr sz="18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8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Ambedkar warned against abandoning them when they are 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B4730-D611-4863-AF71-EDC893BB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849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2. Protect India’s independence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8035C-D474-4149-88F3-798499B3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815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72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Page 42–43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46C27-D7C3-4A90-AFE1-5322148E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10096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8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National freedom needs continued care from citizens and leaders.</a:t>
            </a:r>
          </a:p>
          <a:p xmlns:a="http://schemas.openxmlformats.org/drawingml/2006/main">
            <a:pPr>
              <a:defRPr sz="18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8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Loyalty to the country must come before divisions of caste or creed.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80115-CFFF-4234-BC06-1D6FB311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335D1-71C3-4278-A466-7224A9BB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62000"/>
            <a:ext cx="9144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450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Arguments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0881F-E847-4B04-BBCA-B8F9989A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849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3. Political democracy must become social democracy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62003-E01D-4AA2-BC3A-80A15CED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98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72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Page 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8D5C2-406C-4869-AF80-2D707542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8025"/>
            <a:ext cx="10096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8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Democracy must rest on liberty, equality and fraternity in daily life.</a:t>
            </a:r>
          </a:p>
          <a:p xmlns:a="http://schemas.openxmlformats.org/drawingml/2006/main">
            <a:pPr>
              <a:defRPr sz="18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8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Elections alone cannot secure these values.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13BFD-0E7A-4FBA-BEF9-A1E7664C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849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4. Avoid hero-worship in politics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87B22-22A5-44EF-94B2-F8A42141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815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72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Page 44–45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2A7F0-C426-467F-9BFE-A8888072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10096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8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Blind devotion to a leader can weaken democratic institutions.</a:t>
            </a:r>
          </a:p>
          <a:p xmlns:a="http://schemas.openxmlformats.org/drawingml/2006/main">
            <a:pPr>
              <a:defRPr sz="18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8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No leader should stand above constitutional limits.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BA20D-B8F7-431E-8700-53AC351E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1109A-DDB3-4361-8FF5-5AAA8D3C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62000"/>
            <a:ext cx="9144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450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Arguments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74E60-7348-431A-A8A0-7FEA7AF5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849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5. Build fraternity and national unity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279B2-D5F4-4298-97AD-861D5B51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98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72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Page 46–47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D212F-26DB-4093-9640-1E850391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8025"/>
            <a:ext cx="10096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8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 shared sense of belonging helps make equality and liberty real.</a:t>
            </a:r>
          </a:p>
          <a:p xmlns:a="http://schemas.openxmlformats.org/drawingml/2006/main">
            <a:pPr>
              <a:defRPr sz="18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8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Caste divisions obstruct the feeling that all Indians form one 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224D3-AB50-4C49-A232-7A4AAB72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849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6. Prevent democracy from becoming dictatorship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35E7B-B9EB-41DD-8EAD-BDF76311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815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72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pages 44–45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7B149-1127-41C7-AFE4-1BBAEB99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10096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8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Democracy can keep its outward form while losing its substance.</a:t>
            </a:r>
          </a:p>
          <a:p xmlns:a="http://schemas.openxmlformats.org/drawingml/2006/main">
            <a:pPr>
              <a:defRPr sz="18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8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Citizens must resist the concentration of unchecked political power.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2F287-3334-45B9-952A-98EB902A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1525D-BE57-45C3-896A-F8BEBEF0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62000"/>
            <a:ext cx="9144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450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Arguments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D6C37-0E16-4447-A865-1501BB14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849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7. Remove social and economic inequality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DC00B-B75A-4594-B071-1B922C69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98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72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Page 45–46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BFFDA-400B-4D02-992F-386FEFAA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8025"/>
            <a:ext cx="10096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8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Equal voting rights coexist uneasily with deep inequality in society.</a:t>
            </a:r>
          </a:p>
          <a:p xmlns:a="http://schemas.openxmlformats.org/drawingml/2006/main">
            <a:pPr>
              <a:defRPr sz="18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18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Reducing that inequality is essential to the survival of democracy.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22AA3-F44F-42CD-B369-005F5757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A07D2-1527-42B7-98B2-28BC90D5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62000"/>
            <a:ext cx="9144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450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BD2E2-9EAA-47A0-B5BE-F3010911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The 1948 speech explains how the institutions should work. The 1949 speech asks what society must do to sustain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84F38-903A-43EC-B3B6-7C78F9F2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 strong Union can preserve unity, but democratic accountability must also restrain power.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CD3F7-329F-4028-944D-56B43F0E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175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Legal equality needs social support. Constitutional morality and fraternity help turn written promises into everyday practice.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427FB-7A4F-4588-BC4E-3C045B81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Tenorite"/>
                <a:ea typeface="Tenorite"/>
                <a:cs typeface="Tenorite"/>
              </a:defRPr>
            </a:pPr>
            <a:r>
              <a:rPr sz="1200" b="0">
                <a:solidFill>
                  <a:srgbClr val="777777"/>
                </a:solidFill>
                <a:latin typeface="Tenorite"/>
                <a:ea typeface="Tenorite"/>
                <a:cs typeface="Tenorite"/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A259F-553B-42A8-B51C-74D8175A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62000"/>
            <a:ext cx="9144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3450" b="1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91647-959F-42E7-BE71-AEB80604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9906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250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Ambedkar’s two speeches connect constitutional design with democratic responsibility.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A1FC6-D0B5-441D-A6E4-4137BE5D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9906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250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The Constitution creates institutions and protects rights. Its success also depends on how people and leaders use those powers.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AD9D4-702E-4BD2-8E64-32FAD07D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9906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44444"/>
                </a:solidFill>
                <a:latin typeface="Tenorite"/>
                <a:ea typeface="Tenorite"/>
                <a:cs typeface="Tenorite"/>
              </a:defRPr>
            </a:pPr>
            <a:r>
              <a:rPr sz="2250" b="0">
                <a:solidFill>
                  <a:srgbClr val="444444"/>
                </a:solidFill>
                <a:latin typeface="Tenorite"/>
                <a:ea typeface="Tenorite"/>
                <a:cs typeface="Tenorite"/>
              </a:rPr>
              <a:t>India must uphold constitutional methods and reduce inequality so that liberty, equality and fraternity become part of everyday life.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Custom 167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2026-09-07T16:35:33.6670000Z</dcterms:created>
  <dcterms:modified xsi:type="dcterms:W3CDTF">2026-09-07T16:35:33.6670000Z</dcterms:modified>
</coreProperties>
</file>